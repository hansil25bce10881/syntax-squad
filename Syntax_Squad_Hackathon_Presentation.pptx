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95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7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34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0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15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60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0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725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7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4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061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71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5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496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156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282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81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3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EnviroNet.Seg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Group Name: Syntax Squad</a:t>
            </a:r>
            <a:endParaRPr lang="en-IN" dirty="0"/>
          </a:p>
          <a:p>
            <a:r>
              <a:rPr lang="en-IN" dirty="0"/>
              <a:t>Group members: </a:t>
            </a:r>
            <a:r>
              <a:rPr lang="en-IN" dirty="0" err="1"/>
              <a:t>Ishant,Prathmesh,Riaansh,Hansil</a:t>
            </a:r>
            <a:endParaRPr dirty="0"/>
          </a:p>
          <a:p>
            <a:r>
              <a:rPr dirty="0"/>
              <a:t>Duality AI Hackathon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 a semantic segmentation model using synthetic desert dataset</a:t>
            </a:r>
          </a:p>
          <a:p>
            <a:r>
              <a:t>• Test on unseen desert environment</a:t>
            </a:r>
          </a:p>
          <a:p>
            <a:r>
              <a:t>• Improve accuracy, generalization &amp; efficiency</a:t>
            </a:r>
          </a:p>
          <a:p>
            <a:r>
              <a:t>• Focus on real-world off-road autonomy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Digital Twins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Enables large-scale synthetic data generation</a:t>
            </a:r>
          </a:p>
          <a:p>
            <a:r>
              <a:t>• Reduces cost &amp; time of manual data collection</a:t>
            </a:r>
          </a:p>
          <a:p>
            <a:r>
              <a:t>• Allows control over weather, lighting &amp; terrain variations</a:t>
            </a:r>
          </a:p>
          <a:p>
            <a:r>
              <a:t>• Improves robustness in unseen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Classes: Trees, Lush Bushes, Dry Grass, Dry Bushes</a:t>
            </a:r>
          </a:p>
          <a:p>
            <a:r>
              <a:t>Ground Clutter, Flowers, Logs, Rocks</a:t>
            </a:r>
          </a:p>
          <a:p>
            <a:r>
              <a:t>Landscape, Sky</a:t>
            </a:r>
          </a:p>
          <a:p>
            <a:r>
              <a:t>Data split: Train / Validation /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Engineering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Setup Falcon account &amp; environment (EDU)</a:t>
            </a:r>
          </a:p>
          <a:p>
            <a:r>
              <a:t>2. Train model using train.py</a:t>
            </a:r>
          </a:p>
          <a:p>
            <a:r>
              <a:t>3. Validate on unseen test images (test.py)</a:t>
            </a:r>
          </a:p>
          <a:p>
            <a:r>
              <a:t>4. Optimize hyperparameters for better IoU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preprocessing &amp; augmentation</a:t>
            </a:r>
          </a:p>
          <a:p>
            <a:r>
              <a:t>• Hyperparameter tuning (batch size, learning rate)</a:t>
            </a:r>
          </a:p>
          <a:p>
            <a:r>
              <a:t>• Monitor training loss &amp; validation loss</a:t>
            </a:r>
          </a:p>
          <a:p>
            <a:r>
              <a:t>• Benchmark IoU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IoU (Intersection over Union) Score</a:t>
            </a:r>
          </a:p>
          <a:p>
            <a:r>
              <a:t>• Loss graphs &amp; accuracy trends</a:t>
            </a:r>
          </a:p>
          <a:p>
            <a:r>
              <a:t>• Confusion matrix</a:t>
            </a:r>
          </a:p>
          <a:p>
            <a:r>
              <a:t>• Inference speed (&lt;50 ms per image target)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 imbalance in rare objects (e.g., Logs)</a:t>
            </a:r>
          </a:p>
          <a:p>
            <a:r>
              <a:t>• Occlusion &amp; lighting variations</a:t>
            </a:r>
          </a:p>
          <a:p>
            <a:r>
              <a:t>• Solution: Data augmentation &amp; parameter tuning</a:t>
            </a:r>
          </a:p>
          <a:p>
            <a:r>
              <a:t>• Continuous benchmarking &amp; error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trained segmentation model</a:t>
            </a:r>
          </a:p>
          <a:p>
            <a:r>
              <a:t>• Model weights &amp; config files</a:t>
            </a:r>
          </a:p>
          <a:p>
            <a:r>
              <a:t>• Performance analysis report (IoU, Loss graphs)</a:t>
            </a:r>
          </a:p>
          <a:p>
            <a:r>
              <a:t>• README with reproducible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Final packaged folder (.zip)</a:t>
            </a:r>
          </a:p>
          <a:p>
            <a:r>
              <a:t>• Upload to private GitHub repository</a:t>
            </a:r>
          </a:p>
          <a:p>
            <a:r>
              <a:t>• Add required reviewers</a:t>
            </a:r>
          </a:p>
          <a:p>
            <a:r>
              <a:t>• Submit final IoU score &amp; repository link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Self-supervised learning</a:t>
            </a:r>
          </a:p>
          <a:p>
            <a:r>
              <a:t>• Domain adaptation techniques</a:t>
            </a:r>
          </a:p>
          <a:p>
            <a:r>
              <a:t>• Multi-view detection improvements</a:t>
            </a:r>
          </a:p>
          <a:p>
            <a:r>
              <a:t>• Further optimization for real-time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robust segmentation pipeline</a:t>
            </a:r>
          </a:p>
          <a:p>
            <a:r>
              <a:t>• Balanced model performance &amp; documentation quality</a:t>
            </a:r>
          </a:p>
          <a:p>
            <a:r>
              <a:t>• Ready for real-world off-road AI applications</a:t>
            </a:r>
          </a:p>
          <a:p>
            <a:r>
              <a:t>Thank You!</a:t>
            </a:r>
          </a:p>
          <a:p>
            <a:r>
              <a:t>Team Syntax Squad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357</Words>
  <Application>Microsoft Office PowerPoint</Application>
  <PresentationFormat>On-screen Show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Organic</vt:lpstr>
      <vt:lpstr>EnviroNet.Seg</vt:lpstr>
      <vt:lpstr>Project Overview</vt:lpstr>
      <vt:lpstr>Importance of Digital Twins</vt:lpstr>
      <vt:lpstr>Dataset &amp; Classes</vt:lpstr>
      <vt:lpstr>AI Engineering Workflow</vt:lpstr>
      <vt:lpstr>Model Training Strategy</vt:lpstr>
      <vt:lpstr>Performance Evaluation</vt:lpstr>
      <vt:lpstr>Challenges &amp; Solutions</vt:lpstr>
      <vt:lpstr>Key Deliverables</vt:lpstr>
      <vt:lpstr>Submission Process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riaanshkumarchatterjee@gmail.com</cp:lastModifiedBy>
  <cp:revision>2</cp:revision>
  <dcterms:created xsi:type="dcterms:W3CDTF">2013-01-27T09:14:16Z</dcterms:created>
  <dcterms:modified xsi:type="dcterms:W3CDTF">2026-02-18T12:09:01Z</dcterms:modified>
  <cp:category/>
</cp:coreProperties>
</file>